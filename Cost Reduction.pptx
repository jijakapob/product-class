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60" r:id="rId2"/>
    <p:sldId id="264" r:id="rId3"/>
    <p:sldId id="265" r:id="rId4"/>
    <p:sldId id="266" r:id="rId5"/>
    <p:sldId id="267" r:id="rId6"/>
    <p:sldId id="268" r:id="rId7"/>
    <p:sldId id="269" r:id="rId8"/>
    <p:sldId id="271" r:id="rId9"/>
    <p:sldId id="270" r:id="rId10"/>
    <p:sldId id="27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 varScale="1">
        <p:scale>
          <a:sx n="74" d="100"/>
          <a:sy n="74" d="100"/>
        </p:scale>
        <p:origin x="22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ADD693-28C5-4EA7-84ED-DB1BA513BA91}" type="datetimeFigureOut">
              <a:rPr lang="en-US" smtClean="0"/>
              <a:t>28/5/2026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EBBBB2-916E-4610-BAA9-76A39A37C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059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977E7E-ED3C-4156-B231-A97971840E93}" type="slidenum">
              <a:rPr lang="th-TH" smtClean="0">
                <a:solidFill>
                  <a:prstClr val="black"/>
                </a:solidFill>
              </a:rPr>
              <a:pPr/>
              <a:t>1</a:t>
            </a:fld>
            <a:endParaRPr lang="th-TH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8195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9C82A08-C4A9-4AD6-9DE7-D10015660D84}" type="datetime1">
              <a:rPr lang="en-GB" sz="2800">
                <a:solidFill>
                  <a:prstClr val="black"/>
                </a:solidFill>
              </a:rPr>
              <a:pPr/>
              <a:t>28/05/2026</a:t>
            </a:fld>
            <a:endParaRPr lang="th-TH" sz="280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th-TH" sz="280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fld id="{96B79408-CF7A-40B7-9FCF-DCD98A6F6D33}" type="slidenum">
              <a:rPr lang="th-T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th-T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0671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E6A964-BFAA-4D06-B686-B006A8F1D829}" type="datetime1">
              <a:rPr lang="en-GB" sz="2800">
                <a:solidFill>
                  <a:prstClr val="black"/>
                </a:solidFill>
              </a:rPr>
              <a:pPr/>
              <a:t>28/05/2026</a:t>
            </a:fld>
            <a:endParaRPr lang="th-TH" sz="280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th-TH" sz="280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B79408-CF7A-40B7-9FCF-DCD98A6F6D33}" type="slidenum">
              <a:rPr lang="th-T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th-T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8054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D602E93-4B12-43C1-B217-CCB163424D3C}" type="datetime1">
              <a:rPr lang="en-GB" sz="2800">
                <a:solidFill>
                  <a:prstClr val="black"/>
                </a:solidFill>
              </a:rPr>
              <a:pPr/>
              <a:t>28/05/2026</a:t>
            </a:fld>
            <a:endParaRPr lang="th-TH" sz="280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th-TH" sz="280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B79408-CF7A-40B7-9FCF-DCD98A6F6D33}" type="slidenum">
              <a:rPr lang="th-T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th-T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8197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C97E08-39BF-4600-872B-6899E8FB8139}" type="datetime1">
              <a:rPr lang="en-GB" sz="2800">
                <a:solidFill>
                  <a:prstClr val="black"/>
                </a:solidFill>
              </a:rPr>
              <a:pPr/>
              <a:t>28/05/2026</a:t>
            </a:fld>
            <a:endParaRPr lang="th-TH" sz="2800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th-TH" sz="2800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B79408-CF7A-40B7-9FCF-DCD98A6F6D33}" type="slidenum">
              <a:rPr lang="th-T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th-T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556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2D6B49F-B7AC-4006-A4A2-967C70826605}" type="datetime1">
              <a:rPr lang="en-GB" sz="2800">
                <a:solidFill>
                  <a:prstClr val="black"/>
                </a:solidFill>
              </a:rPr>
              <a:pPr/>
              <a:t>28/05/2026</a:t>
            </a:fld>
            <a:endParaRPr lang="th-TH" sz="2800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th-TH" sz="2800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B79408-CF7A-40B7-9FCF-DCD98A6F6D33}" type="slidenum">
              <a:rPr lang="th-T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th-T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802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8F01AD6-1CD1-47B1-BAFA-EDD999ED7220}" type="datetime1">
              <a:rPr lang="en-GB" sz="2800">
                <a:solidFill>
                  <a:prstClr val="black"/>
                </a:solidFill>
              </a:rPr>
              <a:pPr/>
              <a:t>28/05/2026</a:t>
            </a:fld>
            <a:endParaRPr lang="th-TH" sz="2800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th-TH" sz="2800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B79408-CF7A-40B7-9FCF-DCD98A6F6D33}" type="slidenum">
              <a:rPr lang="th-T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th-T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6776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691726-CD95-44AF-98AA-BEB687BB39B6}" type="datetime1">
              <a:rPr lang="en-GB" sz="2800">
                <a:solidFill>
                  <a:prstClr val="black"/>
                </a:solidFill>
              </a:rPr>
              <a:pPr/>
              <a:t>28/05/2026</a:t>
            </a:fld>
            <a:endParaRPr lang="th-TH" sz="2800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th-TH" sz="2800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B79408-CF7A-40B7-9FCF-DCD98A6F6D33}" type="slidenum">
              <a:rPr lang="th-T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th-T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4125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D366B1D-AC8A-4A13-A0DB-1EB6A924DE08}" type="datetime1">
              <a:rPr lang="en-GB" sz="2800">
                <a:solidFill>
                  <a:prstClr val="black"/>
                </a:solidFill>
              </a:rPr>
              <a:pPr/>
              <a:t>28/05/2026</a:t>
            </a:fld>
            <a:endParaRPr lang="th-TH" sz="2800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th-TH" sz="2800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B79408-CF7A-40B7-9FCF-DCD98A6F6D33}" type="slidenum">
              <a:rPr lang="th-T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th-T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9727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E573370-866A-4B76-8046-124486E2B87F}" type="datetime1">
              <a:rPr lang="en-GB" sz="2800">
                <a:solidFill>
                  <a:prstClr val="black"/>
                </a:solidFill>
              </a:rPr>
              <a:pPr/>
              <a:t>28/05/2026</a:t>
            </a:fld>
            <a:endParaRPr lang="th-TH" sz="2800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th-TH" sz="2800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B79408-CF7A-40B7-9FCF-DCD98A6F6D33}" type="slidenum">
              <a:rPr lang="th-T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th-T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3751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F5C18F4-5AAB-46EB-BA27-4044DEE8E05E}" type="datetime1">
              <a:rPr lang="en-GB" sz="2800">
                <a:solidFill>
                  <a:prstClr val="black"/>
                </a:solidFill>
              </a:rPr>
              <a:pPr/>
              <a:t>28/05/2026</a:t>
            </a:fld>
            <a:endParaRPr lang="th-TH" sz="280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th-TH" sz="280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B79408-CF7A-40B7-9FCF-DCD98A6F6D33}" type="slidenum">
              <a:rPr lang="th-T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th-T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6913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E281FF7-D505-4F29-A86B-6858BE6CD30F}" type="datetime1">
              <a:rPr lang="en-GB" sz="2800">
                <a:solidFill>
                  <a:prstClr val="black"/>
                </a:solidFill>
              </a:rPr>
              <a:pPr/>
              <a:t>28/05/2026</a:t>
            </a:fld>
            <a:endParaRPr lang="th-TH" sz="280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th-TH" sz="280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B79408-CF7A-40B7-9FCF-DCD98A6F6D33}" type="slidenum">
              <a:rPr lang="th-T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th-T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0695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nd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88799" y="650909"/>
            <a:ext cx="11419200" cy="221599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 marL="0" indent="0">
              <a:buNone/>
              <a:defRPr lang="en-GB" sz="1600" kern="1200" cap="all" baseline="0" dirty="0" smtClean="0">
                <a:solidFill>
                  <a:srgbClr val="7F7F7F"/>
                </a:solidFill>
                <a:latin typeface="+mn-lt"/>
                <a:ea typeface="ＭＳ Ｐゴシック" pitchFamily="-65" charset="-128"/>
                <a:cs typeface="+mn-cs"/>
              </a:defRPr>
            </a:lvl1pPr>
            <a:lvl2pPr marL="0" indent="-304800">
              <a:buClr>
                <a:schemeClr val="accent1"/>
              </a:buClr>
              <a:buSzPct val="100000"/>
              <a:buFontTx/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2pPr>
            <a:lvl3pPr marL="0" indent="-304800">
              <a:buClr>
                <a:schemeClr val="accent1"/>
              </a:buClr>
              <a:buSzPct val="100000"/>
              <a:buFontTx/>
              <a:buBlip>
                <a:blip r:embed="rId2"/>
              </a:buBlip>
              <a:defRPr sz="1600">
                <a:solidFill>
                  <a:schemeClr val="bg1">
                    <a:lumMod val="50000"/>
                  </a:schemeClr>
                </a:solidFill>
              </a:defRPr>
            </a:lvl3pPr>
            <a:lvl4pPr marL="304800" indent="355600">
              <a:buClr>
                <a:schemeClr val="accent1"/>
              </a:buClr>
              <a:buSzPct val="100000"/>
              <a:buFontTx/>
              <a:buBlip>
                <a:blip r:embed="rId3"/>
              </a:buBlip>
              <a:defRPr sz="1400">
                <a:solidFill>
                  <a:schemeClr val="bg1">
                    <a:lumMod val="50000"/>
                  </a:schemeClr>
                </a:solidFill>
              </a:defRPr>
            </a:lvl4pPr>
            <a:lvl5pPr marL="609600" indent="406400">
              <a:buClr>
                <a:schemeClr val="accent1"/>
              </a:buClr>
              <a:buSzPct val="100000"/>
              <a:buFontTx/>
              <a:buBlip>
                <a:blip r:embed="rId4"/>
              </a:buBlip>
              <a:defRPr sz="12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GB" dirty="0"/>
              <a:t>CLICK TO EDIT SUBTITLE</a:t>
            </a:r>
          </a:p>
        </p:txBody>
      </p:sp>
      <p:sp>
        <p:nvSpPr>
          <p:cNvPr id="30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388800" y="336960"/>
            <a:ext cx="11418288" cy="313948"/>
          </a:xfrm>
          <a:prstGeom prst="rect">
            <a:avLst/>
          </a:prstGeom>
        </p:spPr>
        <p:txBody>
          <a:bodyPr vert="horz" lIns="0" tIns="0" rIns="0" bIns="0"/>
          <a:lstStyle>
            <a:lvl1pPr algn="l">
              <a:defRPr sz="1800" cap="none" baseline="0">
                <a:solidFill>
                  <a:srgbClr val="92D400"/>
                </a:solidFill>
              </a:defRPr>
            </a:lvl1pPr>
          </a:lstStyle>
          <a:p>
            <a:r>
              <a:rPr lang="en-GB" dirty="0"/>
              <a:t>CLICK TO EDIT MAIN TITLE</a:t>
            </a:r>
            <a:endParaRPr lang="en-US" dirty="0"/>
          </a:p>
        </p:txBody>
      </p:sp>
      <p:sp>
        <p:nvSpPr>
          <p:cNvPr id="31" name="TextBox 30"/>
          <p:cNvSpPr txBox="1"/>
          <p:nvPr userDrawn="1"/>
        </p:nvSpPr>
        <p:spPr>
          <a:xfrm>
            <a:off x="5613147" y="6509983"/>
            <a:ext cx="965707" cy="138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3351DA0-FB5F-4102-82B0-79B692E623B7}" type="slidenum">
              <a:rPr lang="en-GB" sz="900">
                <a:solidFill>
                  <a:srgbClr val="FFFFFF">
                    <a:lumMod val="50000"/>
                  </a:srgbClr>
                </a:solidFill>
                <a:latin typeface="Arial"/>
                <a:cs typeface="Arial"/>
              </a:rPr>
              <a:pPr algn="ctr"/>
              <a:t>‹#›</a:t>
            </a:fld>
            <a:endParaRPr lang="en-GB" sz="900" dirty="0">
              <a:solidFill>
                <a:srgbClr val="FFFFFF">
                  <a:lumMod val="5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32" name="Rectangle 31"/>
          <p:cNvSpPr/>
          <p:nvPr userDrawn="1"/>
        </p:nvSpPr>
        <p:spPr>
          <a:xfrm>
            <a:off x="11179123" y="6645680"/>
            <a:ext cx="1018227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GB" sz="700" dirty="0">
                <a:solidFill>
                  <a:srgbClr val="FFFFFF">
                    <a:lumMod val="50000"/>
                  </a:srgbClr>
                </a:solidFill>
                <a:latin typeface="Arial"/>
                <a:cs typeface="Arial"/>
              </a:rPr>
              <a:t>© Kantar Worldpanel</a:t>
            </a:r>
          </a:p>
        </p:txBody>
      </p:sp>
      <p:sp>
        <p:nvSpPr>
          <p:cNvPr id="34" name="Content Placeholder 3"/>
          <p:cNvSpPr>
            <a:spLocks noGrp="1"/>
          </p:cNvSpPr>
          <p:nvPr userDrawn="1">
            <p:ph sz="quarter" idx="15" hasCustomPrompt="1"/>
          </p:nvPr>
        </p:nvSpPr>
        <p:spPr>
          <a:xfrm>
            <a:off x="388801" y="1628800"/>
            <a:ext cx="11418287" cy="4162400"/>
          </a:xfrm>
          <a:prstGeom prst="rect">
            <a:avLst/>
          </a:prstGeom>
        </p:spPr>
        <p:txBody>
          <a:bodyPr/>
          <a:lstStyle>
            <a:lvl1pPr marL="269875" indent="-269875">
              <a:buClr>
                <a:srgbClr val="92D400"/>
              </a:buClr>
              <a:buFont typeface="Calibri" pitchFamily="34" charset="0"/>
              <a:buChar char="˃"/>
              <a:defRPr sz="1800" baseline="0">
                <a:solidFill>
                  <a:srgbClr val="989898"/>
                </a:solidFill>
              </a:defRPr>
            </a:lvl1pPr>
            <a:lvl2pPr marL="719138" indent="-261938">
              <a:buClr>
                <a:srgbClr val="92D400"/>
              </a:buClr>
              <a:buFont typeface="Calibri" pitchFamily="34" charset="0"/>
              <a:buChar char="˃"/>
              <a:defRPr sz="1600">
                <a:solidFill>
                  <a:srgbClr val="989898"/>
                </a:solidFill>
              </a:defRPr>
            </a:lvl2pPr>
            <a:lvl3pPr marL="1143000" indent="-228600">
              <a:buClr>
                <a:srgbClr val="92D400"/>
              </a:buClr>
              <a:buFont typeface="Calibri" pitchFamily="34" charset="0"/>
              <a:buChar char="˃"/>
              <a:defRPr sz="1400">
                <a:solidFill>
                  <a:srgbClr val="989898"/>
                </a:solidFill>
              </a:defRPr>
            </a:lvl3pPr>
            <a:lvl4pPr marL="1600200" indent="-228600">
              <a:buClr>
                <a:srgbClr val="92D400"/>
              </a:buClr>
              <a:buFont typeface="Calibri" pitchFamily="34" charset="0"/>
              <a:buChar char="˃"/>
              <a:defRPr sz="1200">
                <a:solidFill>
                  <a:srgbClr val="989898"/>
                </a:solidFill>
              </a:defRPr>
            </a:lvl4pPr>
            <a:lvl5pPr marL="2057400" indent="-228600">
              <a:buClr>
                <a:srgbClr val="92D400"/>
              </a:buClr>
              <a:buFont typeface="Calibri" pitchFamily="34" charset="0"/>
              <a:buChar char="˃"/>
              <a:defRPr sz="1200">
                <a:solidFill>
                  <a:srgbClr val="989898"/>
                </a:solidFill>
              </a:defRPr>
            </a:lvl5pPr>
          </a:lstStyle>
          <a:p>
            <a:pPr lvl="0"/>
            <a:r>
              <a:rPr lang="en-US" dirty="0"/>
              <a:t>Click here to 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99795"/>
            <a:ext cx="12192000" cy="380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14114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ndard 2 Co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Content Placeholder 3"/>
          <p:cNvSpPr>
            <a:spLocks noGrp="1"/>
          </p:cNvSpPr>
          <p:nvPr>
            <p:ph sz="quarter" idx="15" hasCustomPrompt="1"/>
          </p:nvPr>
        </p:nvSpPr>
        <p:spPr>
          <a:xfrm>
            <a:off x="388801" y="1628800"/>
            <a:ext cx="5635316" cy="4162400"/>
          </a:xfrm>
          <a:prstGeom prst="rect">
            <a:avLst/>
          </a:prstGeom>
        </p:spPr>
        <p:txBody>
          <a:bodyPr/>
          <a:lstStyle>
            <a:lvl1pPr marL="269875" indent="-269875">
              <a:buClr>
                <a:srgbClr val="92D400"/>
              </a:buClr>
              <a:buFont typeface="Calibri" pitchFamily="34" charset="0"/>
              <a:buChar char="˃"/>
              <a:defRPr sz="1800">
                <a:solidFill>
                  <a:srgbClr val="989898"/>
                </a:solidFill>
              </a:defRPr>
            </a:lvl1pPr>
            <a:lvl2pPr marL="719138" indent="-261938">
              <a:buClr>
                <a:srgbClr val="92D400"/>
              </a:buClr>
              <a:buFont typeface="Calibri" pitchFamily="34" charset="0"/>
              <a:buChar char="˃"/>
              <a:defRPr sz="1600">
                <a:solidFill>
                  <a:srgbClr val="989898"/>
                </a:solidFill>
              </a:defRPr>
            </a:lvl2pPr>
            <a:lvl3pPr marL="1143000" indent="-228600">
              <a:buClr>
                <a:srgbClr val="92D400"/>
              </a:buClr>
              <a:buFont typeface="Calibri" pitchFamily="34" charset="0"/>
              <a:buChar char="˃"/>
              <a:defRPr sz="1400">
                <a:solidFill>
                  <a:srgbClr val="989898"/>
                </a:solidFill>
              </a:defRPr>
            </a:lvl3pPr>
            <a:lvl4pPr marL="1600200" indent="-228600">
              <a:buClr>
                <a:srgbClr val="92D400"/>
              </a:buClr>
              <a:buFont typeface="Calibri" pitchFamily="34" charset="0"/>
              <a:buChar char="˃"/>
              <a:defRPr sz="1200">
                <a:solidFill>
                  <a:srgbClr val="989898"/>
                </a:solidFill>
              </a:defRPr>
            </a:lvl4pPr>
            <a:lvl5pPr marL="2057400" indent="-228600">
              <a:buClr>
                <a:srgbClr val="92D400"/>
              </a:buClr>
              <a:buFont typeface="Calibri" pitchFamily="34" charset="0"/>
              <a:buChar char="˃"/>
              <a:defRPr sz="1200">
                <a:solidFill>
                  <a:srgbClr val="989898"/>
                </a:solidFill>
              </a:defRPr>
            </a:lvl5pPr>
          </a:lstStyle>
          <a:p>
            <a:pPr lvl="0"/>
            <a:r>
              <a:rPr lang="en-US" dirty="0"/>
              <a:t>Click here to 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9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8799" y="650909"/>
            <a:ext cx="11419200" cy="221599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 marL="0" indent="0">
              <a:buNone/>
              <a:defRPr lang="en-GB" sz="1600" kern="1200" cap="all" baseline="0" dirty="0" smtClean="0">
                <a:solidFill>
                  <a:srgbClr val="7F7F7F"/>
                </a:solidFill>
                <a:latin typeface="+mn-lt"/>
                <a:ea typeface="ＭＳ Ｐゴシック" pitchFamily="-65" charset="-128"/>
                <a:cs typeface="+mn-cs"/>
              </a:defRPr>
            </a:lvl1pPr>
            <a:lvl2pPr marL="0" indent="-304800">
              <a:buClr>
                <a:schemeClr val="accent1"/>
              </a:buClr>
              <a:buSzPct val="100000"/>
              <a:buFontTx/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2pPr>
            <a:lvl3pPr marL="0" indent="-304800">
              <a:buClr>
                <a:schemeClr val="accent1"/>
              </a:buClr>
              <a:buSzPct val="100000"/>
              <a:buFontTx/>
              <a:buBlip>
                <a:blip r:embed="rId2"/>
              </a:buBlip>
              <a:defRPr sz="1600">
                <a:solidFill>
                  <a:schemeClr val="bg1">
                    <a:lumMod val="50000"/>
                  </a:schemeClr>
                </a:solidFill>
              </a:defRPr>
            </a:lvl3pPr>
            <a:lvl4pPr marL="304800" indent="355600">
              <a:buClr>
                <a:schemeClr val="accent1"/>
              </a:buClr>
              <a:buSzPct val="100000"/>
              <a:buFontTx/>
              <a:buBlip>
                <a:blip r:embed="rId3"/>
              </a:buBlip>
              <a:defRPr sz="1400">
                <a:solidFill>
                  <a:schemeClr val="bg1">
                    <a:lumMod val="50000"/>
                  </a:schemeClr>
                </a:solidFill>
              </a:defRPr>
            </a:lvl4pPr>
            <a:lvl5pPr marL="609600" indent="406400">
              <a:buClr>
                <a:schemeClr val="accent1"/>
              </a:buClr>
              <a:buSzPct val="100000"/>
              <a:buFontTx/>
              <a:buBlip>
                <a:blip r:embed="rId4"/>
              </a:buBlip>
              <a:defRPr sz="12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-65" charset="0"/>
              <a:buNone/>
            </a:pPr>
            <a:r>
              <a:rPr lang="en-GB" dirty="0"/>
              <a:t>CLICK TO EDIT SUBTITLE</a:t>
            </a:r>
          </a:p>
        </p:txBody>
      </p:sp>
      <p:sp>
        <p:nvSpPr>
          <p:cNvPr id="40" name="Title 1"/>
          <p:cNvSpPr>
            <a:spLocks noGrp="1"/>
          </p:cNvSpPr>
          <p:nvPr>
            <p:ph type="title" hasCustomPrompt="1"/>
          </p:nvPr>
        </p:nvSpPr>
        <p:spPr>
          <a:xfrm>
            <a:off x="388800" y="336960"/>
            <a:ext cx="11418288" cy="313948"/>
          </a:xfrm>
          <a:prstGeom prst="rect">
            <a:avLst/>
          </a:prstGeom>
        </p:spPr>
        <p:txBody>
          <a:bodyPr vert="horz" lIns="0" tIns="0" rIns="0" bIns="0"/>
          <a:lstStyle>
            <a:lvl1pPr algn="l">
              <a:defRPr sz="1800" cap="none" baseline="0">
                <a:solidFill>
                  <a:srgbClr val="92D400"/>
                </a:solidFill>
              </a:defRPr>
            </a:lvl1pPr>
          </a:lstStyle>
          <a:p>
            <a:r>
              <a:rPr lang="en-GB" dirty="0"/>
              <a:t>CLICK TO EDIT MAIN TITLE</a:t>
            </a:r>
            <a:endParaRPr lang="en-US" dirty="0"/>
          </a:p>
        </p:txBody>
      </p:sp>
      <p:sp>
        <p:nvSpPr>
          <p:cNvPr id="42" name="Content Placeholder 3"/>
          <p:cNvSpPr>
            <a:spLocks noGrp="1"/>
          </p:cNvSpPr>
          <p:nvPr>
            <p:ph sz="quarter" idx="18" hasCustomPrompt="1"/>
          </p:nvPr>
        </p:nvSpPr>
        <p:spPr>
          <a:xfrm>
            <a:off x="6175046" y="1619300"/>
            <a:ext cx="5635316" cy="4162400"/>
          </a:xfrm>
          <a:prstGeom prst="rect">
            <a:avLst/>
          </a:prstGeom>
        </p:spPr>
        <p:txBody>
          <a:bodyPr/>
          <a:lstStyle>
            <a:lvl1pPr marL="269875" indent="-269875">
              <a:buClr>
                <a:srgbClr val="92D400"/>
              </a:buClr>
              <a:buFont typeface="Calibri" pitchFamily="34" charset="0"/>
              <a:buChar char="˃"/>
              <a:defRPr sz="1800">
                <a:solidFill>
                  <a:srgbClr val="989898"/>
                </a:solidFill>
              </a:defRPr>
            </a:lvl1pPr>
            <a:lvl2pPr marL="719138" indent="-261938">
              <a:buClr>
                <a:srgbClr val="92D400"/>
              </a:buClr>
              <a:buFont typeface="Calibri" pitchFamily="34" charset="0"/>
              <a:buChar char="˃"/>
              <a:defRPr sz="1600">
                <a:solidFill>
                  <a:srgbClr val="989898"/>
                </a:solidFill>
              </a:defRPr>
            </a:lvl2pPr>
            <a:lvl3pPr marL="1143000" indent="-228600">
              <a:buClr>
                <a:srgbClr val="92D400"/>
              </a:buClr>
              <a:buFont typeface="Calibri" pitchFamily="34" charset="0"/>
              <a:buChar char="˃"/>
              <a:defRPr sz="1400">
                <a:solidFill>
                  <a:srgbClr val="989898"/>
                </a:solidFill>
              </a:defRPr>
            </a:lvl3pPr>
            <a:lvl4pPr marL="1600200" indent="-228600">
              <a:buClr>
                <a:srgbClr val="92D400"/>
              </a:buClr>
              <a:buFont typeface="Calibri" pitchFamily="34" charset="0"/>
              <a:buChar char="˃"/>
              <a:defRPr sz="1200">
                <a:solidFill>
                  <a:srgbClr val="989898"/>
                </a:solidFill>
              </a:defRPr>
            </a:lvl4pPr>
            <a:lvl5pPr marL="2057400" indent="-228600">
              <a:buClr>
                <a:srgbClr val="92D400"/>
              </a:buClr>
              <a:buFont typeface="Calibri" pitchFamily="34" charset="0"/>
              <a:buChar char="˃"/>
              <a:defRPr sz="1200">
                <a:solidFill>
                  <a:srgbClr val="989898"/>
                </a:solidFill>
              </a:defRPr>
            </a:lvl5pPr>
          </a:lstStyle>
          <a:p>
            <a:pPr lvl="0"/>
            <a:r>
              <a:rPr lang="en-US" dirty="0"/>
              <a:t>Click here to 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1" name="TextBox 30"/>
          <p:cNvSpPr txBox="1"/>
          <p:nvPr/>
        </p:nvSpPr>
        <p:spPr>
          <a:xfrm>
            <a:off x="5613147" y="6509983"/>
            <a:ext cx="965707" cy="138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3351DA0-FB5F-4102-82B0-79B692E623B7}" type="slidenum">
              <a:rPr lang="en-GB" sz="900">
                <a:solidFill>
                  <a:srgbClr val="000000">
                    <a:lumMod val="50000"/>
                  </a:srgbClr>
                </a:solidFill>
                <a:latin typeface="Arial"/>
                <a:cs typeface="Arial"/>
              </a:rPr>
              <a:pPr algn="ctr"/>
              <a:t>‹#›</a:t>
            </a:fld>
            <a:endParaRPr lang="en-GB" sz="900" dirty="0">
              <a:solidFill>
                <a:srgbClr val="000000">
                  <a:lumMod val="5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55" name="Rectangle 31"/>
          <p:cNvSpPr/>
          <p:nvPr/>
        </p:nvSpPr>
        <p:spPr>
          <a:xfrm>
            <a:off x="11179123" y="6645680"/>
            <a:ext cx="1018227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GB" sz="700" dirty="0">
                <a:solidFill>
                  <a:srgbClr val="000000">
                    <a:lumMod val="50000"/>
                  </a:srgbClr>
                </a:solidFill>
                <a:latin typeface="Arial"/>
                <a:cs typeface="Arial"/>
              </a:rPr>
              <a:t>© Kantar Worldpanel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99795"/>
            <a:ext cx="12192000" cy="380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92199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s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355601" y="288925"/>
            <a:ext cx="11469281" cy="416570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Heading runs here 20pt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355600" y="739776"/>
            <a:ext cx="11463867" cy="396875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-65" charset="0"/>
              <a:buNone/>
              <a:tabLst/>
              <a:defRPr sz="1800">
                <a:solidFill>
                  <a:schemeClr val="tx2"/>
                </a:solidFill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-65" charset="0"/>
              <a:buNone/>
              <a:tabLst/>
              <a:defRPr/>
            </a:pPr>
            <a:r>
              <a:rPr lang="en-GB" dirty="0"/>
              <a:t>Sub-heading here 18pt</a:t>
            </a: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00" y="6399213"/>
            <a:ext cx="4696800" cy="18256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to add footer text</a:t>
            </a:r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6913" y="6399213"/>
            <a:ext cx="969963" cy="18256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4034BEE3-566C-4068-A777-C3A4762E861B}" type="slidenum">
              <a:rPr lang="en-GB" smtClean="0">
                <a:solidFill>
                  <a:srgbClr val="44546A"/>
                </a:solidFill>
              </a:rPr>
              <a:pPr/>
              <a:t>‹#›</a:t>
            </a:fld>
            <a:endParaRPr lang="en-GB" dirty="0">
              <a:solidFill>
                <a:srgbClr val="44546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2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6218" y="630334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37131A-C4AE-495B-B366-351E04578448}" type="slidenum">
              <a:rPr lang="th-T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th-TH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36107"/>
            <a:ext cx="12168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Object 8"/>
          <p:cNvGraphicFramePr>
            <a:graphicFrameLocks noChangeAspect="1"/>
          </p:cNvGraphicFramePr>
          <p:nvPr userDrawn="1"/>
        </p:nvGraphicFramePr>
        <p:xfrm>
          <a:off x="107435" y="55384"/>
          <a:ext cx="1032251" cy="499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16" imgW="3304762" imgH="1561905" progId="">
                  <p:embed/>
                </p:oleObj>
              </mc:Choice>
              <mc:Fallback>
                <p:oleObj name="Photo Editor Photo" r:id="rId16" imgW="3304762" imgH="1561905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435" y="55384"/>
                        <a:ext cx="1032251" cy="4996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09412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5"/>
          <p:cNvSpPr txBox="1"/>
          <p:nvPr/>
        </p:nvSpPr>
        <p:spPr>
          <a:xfrm>
            <a:off x="1224364" y="61994"/>
            <a:ext cx="22276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Data Source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F40B7F-670C-499C-9E34-1EB50DF478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15" t="43167" r="1567" b="12578"/>
          <a:stretch>
            <a:fillRect/>
          </a:stretch>
        </p:blipFill>
        <p:spPr>
          <a:xfrm>
            <a:off x="313695" y="3661913"/>
            <a:ext cx="10667461" cy="30349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0BCA7F-936F-58F1-63FC-73BCB45F801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9119" r="2782" b="12075"/>
          <a:stretch>
            <a:fillRect/>
          </a:stretch>
        </p:blipFill>
        <p:spPr>
          <a:xfrm>
            <a:off x="313695" y="964897"/>
            <a:ext cx="8379124" cy="26290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3372BA-59B5-1C31-5575-C8DA2187B80C}"/>
              </a:ext>
            </a:extLst>
          </p:cNvPr>
          <p:cNvSpPr txBox="1"/>
          <p:nvPr/>
        </p:nvSpPr>
        <p:spPr>
          <a:xfrm>
            <a:off x="8692819" y="1540760"/>
            <a:ext cx="338406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/>
              <a:t>เอา </a:t>
            </a:r>
            <a:r>
              <a:rPr lang="en-US" dirty="0"/>
              <a:t>Data GP %</a:t>
            </a:r>
          </a:p>
          <a:p>
            <a:r>
              <a:rPr lang="th-TH" dirty="0"/>
              <a:t>จาก </a:t>
            </a:r>
            <a:r>
              <a:rPr lang="en-US" dirty="0"/>
              <a:t>Finance </a:t>
            </a:r>
            <a:r>
              <a:rPr lang="th-TH" dirty="0"/>
              <a:t>ปรับเข้า </a:t>
            </a:r>
            <a:r>
              <a:rPr lang="en-US" dirty="0"/>
              <a:t>Product Class </a:t>
            </a:r>
          </a:p>
          <a:p>
            <a:pPr marL="285750" indent="-285750">
              <a:buFontTx/>
              <a:buChar char="-"/>
            </a:pPr>
            <a:r>
              <a:rPr lang="en-US" dirty="0"/>
              <a:t>6 </a:t>
            </a:r>
            <a:r>
              <a:rPr lang="en-US" dirty="0" err="1"/>
              <a:t>mths</a:t>
            </a:r>
            <a:r>
              <a:rPr lang="en-US" dirty="0"/>
              <a:t> sale ( Oct – Mar 26 )</a:t>
            </a:r>
          </a:p>
          <a:p>
            <a:pPr marL="285750" indent="-285750">
              <a:buFontTx/>
              <a:buChar char="-"/>
            </a:pPr>
            <a:r>
              <a:rPr lang="en-US" dirty="0"/>
              <a:t>Total 1,008 MB </a:t>
            </a:r>
          </a:p>
          <a:p>
            <a:pPr marL="285750" indent="-285750">
              <a:buFontTx/>
              <a:buChar char="-"/>
            </a:pPr>
            <a:r>
              <a:rPr lang="en-US" dirty="0"/>
              <a:t>“Category” </a:t>
            </a:r>
            <a:r>
              <a:rPr lang="th-TH" dirty="0"/>
              <a:t>เป็นแกน มาหมุน </a:t>
            </a:r>
            <a:r>
              <a:rPr lang="en-US" dirty="0"/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2326277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9E22C3-EC16-4341-85D2-23E7D9AB9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9408-CF7A-40B7-9FCF-DCD98A6F6D33}" type="slidenum">
              <a:rPr lang="th-TH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th-T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775D04-CEBF-4CB5-F6BE-679E01B7CFB5}"/>
              </a:ext>
            </a:extLst>
          </p:cNvPr>
          <p:cNvSpPr txBox="1"/>
          <p:nvPr/>
        </p:nvSpPr>
        <p:spPr>
          <a:xfrm>
            <a:off x="2706815" y="2242868"/>
            <a:ext cx="6251583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</a:rPr>
              <a:t>Set 1 – All category / All Channel</a:t>
            </a:r>
          </a:p>
          <a:p>
            <a:pPr algn="ctr"/>
            <a:endParaRPr lang="en-US" sz="3600" dirty="0">
              <a:solidFill>
                <a:srgbClr val="FF0000"/>
              </a:solidFill>
            </a:endParaRPr>
          </a:p>
          <a:p>
            <a:pPr algn="ctr"/>
            <a:r>
              <a:rPr lang="en-US" sz="3600" dirty="0">
                <a:solidFill>
                  <a:srgbClr val="FF0000"/>
                </a:solidFill>
              </a:rPr>
              <a:t>Total 1,008 MB</a:t>
            </a:r>
          </a:p>
          <a:p>
            <a:pPr algn="ctr"/>
            <a:endParaRPr lang="en-US" sz="3600" dirty="0">
              <a:solidFill>
                <a:srgbClr val="FF0000"/>
              </a:solidFill>
            </a:endParaRPr>
          </a:p>
          <a:p>
            <a:pPr algn="ctr"/>
            <a:r>
              <a:rPr lang="en-US" sz="3600" dirty="0">
                <a:solidFill>
                  <a:srgbClr val="FF0000"/>
                </a:solidFill>
              </a:rPr>
              <a:t>177 SKU</a:t>
            </a:r>
          </a:p>
        </p:txBody>
      </p:sp>
    </p:spTree>
    <p:extLst>
      <p:ext uri="{BB962C8B-B14F-4D97-AF65-F5344CB8AC3E}">
        <p14:creationId xmlns:p14="http://schemas.microsoft.com/office/powerpoint/2010/main" val="524591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1EFB86-E2C6-8952-A2D6-145EA65FF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9408-CF7A-40B7-9FCF-DCD98A6F6D33}" type="slidenum">
              <a:rPr lang="th-TH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th-TH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A49425-6A05-188F-022D-578559DFA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8151"/>
            <a:ext cx="12192000" cy="60233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14AD62D-4964-0F4C-A58F-D78B43E8645B}"/>
              </a:ext>
            </a:extLst>
          </p:cNvPr>
          <p:cNvSpPr txBox="1"/>
          <p:nvPr/>
        </p:nvSpPr>
        <p:spPr>
          <a:xfrm>
            <a:off x="1061048" y="1173193"/>
            <a:ext cx="3795623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43 SKU = 80% sale</a:t>
            </a:r>
          </a:p>
          <a:p>
            <a:pPr algn="ctr"/>
            <a:r>
              <a:rPr lang="en-US" dirty="0"/>
              <a:t>822 MB </a:t>
            </a:r>
            <a:r>
              <a:rPr lang="en-US" sz="1400" dirty="0"/>
              <a:t>(19MB / SKU)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6F7B7E-D5E3-B87F-4608-FFFC6735568E}"/>
              </a:ext>
            </a:extLst>
          </p:cNvPr>
          <p:cNvSpPr txBox="1"/>
          <p:nvPr/>
        </p:nvSpPr>
        <p:spPr>
          <a:xfrm>
            <a:off x="5224730" y="1989788"/>
            <a:ext cx="6377798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131 SKU = 20% sale</a:t>
            </a:r>
          </a:p>
          <a:p>
            <a:pPr algn="ctr"/>
            <a:r>
              <a:rPr lang="en-US" dirty="0"/>
              <a:t>185 MB </a:t>
            </a:r>
            <a:r>
              <a:rPr lang="en-US" sz="1400" dirty="0"/>
              <a:t>(1.4 MB / SKU)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ECDD2F-C4C7-AC98-E0EE-C66AA0A53600}"/>
              </a:ext>
            </a:extLst>
          </p:cNvPr>
          <p:cNvSpPr txBox="1"/>
          <p:nvPr/>
        </p:nvSpPr>
        <p:spPr>
          <a:xfrm>
            <a:off x="1061048" y="91298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/>
              <a:t>Set 1 – All category / All Channel , Total 1,008 MB, 177 SKU</a:t>
            </a:r>
          </a:p>
        </p:txBody>
      </p:sp>
    </p:spTree>
    <p:extLst>
      <p:ext uri="{BB962C8B-B14F-4D97-AF65-F5344CB8AC3E}">
        <p14:creationId xmlns:p14="http://schemas.microsoft.com/office/powerpoint/2010/main" val="638151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7873FC-8921-D23A-5700-FD449AFDB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62" y="1041749"/>
            <a:ext cx="11962174" cy="539223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04D80CC-EC10-69BE-F3EB-863119A0A2C5}"/>
              </a:ext>
            </a:extLst>
          </p:cNvPr>
          <p:cNvSpPr/>
          <p:nvPr/>
        </p:nvSpPr>
        <p:spPr>
          <a:xfrm>
            <a:off x="2769079" y="1673525"/>
            <a:ext cx="8704053" cy="36662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FB6A85-13B1-531B-2D5C-B3A3F2E17091}"/>
              </a:ext>
            </a:extLst>
          </p:cNvPr>
          <p:cNvSpPr/>
          <p:nvPr/>
        </p:nvSpPr>
        <p:spPr>
          <a:xfrm>
            <a:off x="698740" y="4763340"/>
            <a:ext cx="2769080" cy="1275152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5C03896-5D36-BE23-990A-187F4C2A7F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7625667"/>
              </p:ext>
            </p:extLst>
          </p:nvPr>
        </p:nvGraphicFramePr>
        <p:xfrm>
          <a:off x="3170328" y="5000325"/>
          <a:ext cx="1917700" cy="1841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17700">
                  <a:extLst>
                    <a:ext uri="{9D8B030D-6E8A-4147-A177-3AD203B41FA5}">
                      <a16:colId xmlns:a16="http://schemas.microsoft.com/office/drawing/2014/main" val="3580685534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Cranberry--1000ml_PH</a:t>
                      </a:r>
                      <a:endParaRPr lang="en-US" sz="1100" b="0" i="0" u="none" strike="noStrike" dirty="0">
                        <a:solidFill>
                          <a:srgbClr val="D86DCD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68637471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3924FE03-2C27-B5DB-B1E6-ED28F0174B51}"/>
              </a:ext>
            </a:extLst>
          </p:cNvPr>
          <p:cNvSpPr txBox="1"/>
          <p:nvPr/>
        </p:nvSpPr>
        <p:spPr>
          <a:xfrm>
            <a:off x="1061048" y="91298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/>
              <a:t>Set 1 – All category / All Channel , Total 1,008 MB, 177 SKU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8282331-6146-7C89-9363-9B86A5B6C5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962" y="5488916"/>
            <a:ext cx="1399457" cy="1378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486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FAB2AEE-2112-D406-2ECA-5C27D4AC2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2737"/>
            <a:ext cx="12192000" cy="533617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457CF2-D32D-A12E-CADA-C887BD6F6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9408-CF7A-40B7-9FCF-DCD98A6F6D33}" type="slidenum">
              <a:rPr lang="th-TH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th-T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FD803A-188F-98CF-84DC-8673D902FBF1}"/>
              </a:ext>
            </a:extLst>
          </p:cNvPr>
          <p:cNvSpPr txBox="1"/>
          <p:nvPr/>
        </p:nvSpPr>
        <p:spPr>
          <a:xfrm>
            <a:off x="1061048" y="91298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/>
              <a:t>Set 1 – All category / All Channel , Total 1,008 MB, 177 SKU</a:t>
            </a:r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AD6C76E0-3132-0B28-A077-135E2211B0CB}"/>
              </a:ext>
            </a:extLst>
          </p:cNvPr>
          <p:cNvSpPr txBox="1"/>
          <p:nvPr/>
        </p:nvSpPr>
        <p:spPr>
          <a:xfrm>
            <a:off x="192168" y="863491"/>
            <a:ext cx="1925014" cy="307777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none" rtlCol="0" anchor="t">
            <a:sp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/>
              <a:t>Avg</a:t>
            </a:r>
            <a:r>
              <a:rPr lang="en-US" sz="1400" b="1" baseline="0"/>
              <a:t> GP All Product 40%</a:t>
            </a:r>
            <a:endParaRPr lang="en-US" sz="1400" b="1"/>
          </a:p>
        </p:txBody>
      </p:sp>
      <p:sp>
        <p:nvSpPr>
          <p:cNvPr id="7" name="TextBox 13">
            <a:extLst>
              <a:ext uri="{FF2B5EF4-FFF2-40B4-BE49-F238E27FC236}">
                <a16:creationId xmlns:a16="http://schemas.microsoft.com/office/drawing/2014/main" id="{3B8C3D6C-FFCC-B460-DC86-08E93FD2C5FA}"/>
              </a:ext>
            </a:extLst>
          </p:cNvPr>
          <p:cNvSpPr txBox="1"/>
          <p:nvPr/>
        </p:nvSpPr>
        <p:spPr>
          <a:xfrm>
            <a:off x="4384605" y="807315"/>
            <a:ext cx="1855060" cy="307777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none" rtlCol="0" anchor="t">
            <a:sp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/>
              <a:t>Avg</a:t>
            </a:r>
            <a:r>
              <a:rPr lang="en-US" sz="1400" b="1" baseline="0"/>
              <a:t> GP Only Juice 25%</a:t>
            </a:r>
            <a:endParaRPr lang="en-US" sz="1400" b="1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478E244-2A89-DF1F-7C2F-D0C6042B4532}"/>
              </a:ext>
            </a:extLst>
          </p:cNvPr>
          <p:cNvCxnSpPr/>
          <p:nvPr/>
        </p:nvCxnSpPr>
        <p:spPr>
          <a:xfrm>
            <a:off x="2117182" y="928876"/>
            <a:ext cx="175116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BCCAEDC-F13D-4A70-7D39-B61CF6F15127}"/>
              </a:ext>
            </a:extLst>
          </p:cNvPr>
          <p:cNvCxnSpPr/>
          <p:nvPr/>
        </p:nvCxnSpPr>
        <p:spPr>
          <a:xfrm>
            <a:off x="6239665" y="934726"/>
            <a:ext cx="175116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10F798A-E8E7-3735-ADB5-203AA9E82C06}"/>
              </a:ext>
            </a:extLst>
          </p:cNvPr>
          <p:cNvCxnSpPr>
            <a:cxnSpLocks/>
          </p:cNvCxnSpPr>
          <p:nvPr/>
        </p:nvCxnSpPr>
        <p:spPr>
          <a:xfrm>
            <a:off x="715992" y="2673572"/>
            <a:ext cx="1101737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345205-9291-0984-4FFE-5105DE3D9260}"/>
              </a:ext>
            </a:extLst>
          </p:cNvPr>
          <p:cNvCxnSpPr>
            <a:cxnSpLocks/>
          </p:cNvCxnSpPr>
          <p:nvPr/>
        </p:nvCxnSpPr>
        <p:spPr>
          <a:xfrm>
            <a:off x="715992" y="2953208"/>
            <a:ext cx="1101737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772EAC4-A399-1E76-6557-9154930D694F}"/>
              </a:ext>
            </a:extLst>
          </p:cNvPr>
          <p:cNvSpPr txBox="1"/>
          <p:nvPr/>
        </p:nvSpPr>
        <p:spPr>
          <a:xfrm>
            <a:off x="11136700" y="3826834"/>
            <a:ext cx="524503" cy="2616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100" b="1" dirty="0"/>
              <a:t>9 SKU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B76A81-AC08-9CCF-DC8D-636BF223048A}"/>
              </a:ext>
            </a:extLst>
          </p:cNvPr>
          <p:cNvSpPr txBox="1"/>
          <p:nvPr/>
        </p:nvSpPr>
        <p:spPr>
          <a:xfrm>
            <a:off x="11136724" y="3283179"/>
            <a:ext cx="596638" cy="2616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100" b="1" dirty="0"/>
              <a:t>55 SKU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9B2400-ABFB-BC7C-F11B-6390AA95B6C1}"/>
              </a:ext>
            </a:extLst>
          </p:cNvPr>
          <p:cNvSpPr txBox="1"/>
          <p:nvPr/>
        </p:nvSpPr>
        <p:spPr>
          <a:xfrm>
            <a:off x="11136724" y="2786544"/>
            <a:ext cx="596638" cy="2616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100" b="1" dirty="0"/>
              <a:t>62 SKU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AD207C-E0D5-6B61-75C8-13DBBD0D0959}"/>
              </a:ext>
            </a:extLst>
          </p:cNvPr>
          <p:cNvSpPr txBox="1"/>
          <p:nvPr/>
        </p:nvSpPr>
        <p:spPr>
          <a:xfrm>
            <a:off x="11100632" y="2266399"/>
            <a:ext cx="596638" cy="2616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100" b="1" dirty="0"/>
              <a:t>29 SKU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29B0EC-E673-D7FD-6B16-767D22DFA7FF}"/>
              </a:ext>
            </a:extLst>
          </p:cNvPr>
          <p:cNvSpPr txBox="1"/>
          <p:nvPr/>
        </p:nvSpPr>
        <p:spPr>
          <a:xfrm>
            <a:off x="11096046" y="1756472"/>
            <a:ext cx="596638" cy="2616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100" b="1" dirty="0"/>
              <a:t>19 SKU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487430B-332E-2BF0-0F11-163566F2E50C}"/>
              </a:ext>
            </a:extLst>
          </p:cNvPr>
          <p:cNvSpPr/>
          <p:nvPr/>
        </p:nvSpPr>
        <p:spPr>
          <a:xfrm>
            <a:off x="707366" y="2987712"/>
            <a:ext cx="11197087" cy="1518858"/>
          </a:xfrm>
          <a:prstGeom prst="rect">
            <a:avLst/>
          </a:prstGeom>
          <a:solidFill>
            <a:srgbClr val="FF0000">
              <a:alpha val="38039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275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 hidden="1">
            <a:extLst>
              <a:ext uri="{FF2B5EF4-FFF2-40B4-BE49-F238E27FC236}">
                <a16:creationId xmlns:a16="http://schemas.microsoft.com/office/drawing/2014/main" id="{5615C2C4-B098-F17B-8246-76DDA7FAA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96B79408-CF7A-40B7-9FCF-DCD98A6F6D33}" type="slidenum">
              <a:rPr lang="th-TH" smtClean="0">
                <a:solidFill>
                  <a:prstClr val="black">
                    <a:tint val="75000"/>
                  </a:prstClr>
                </a:solidFill>
              </a:rPr>
              <a:pPr>
                <a:spcAft>
                  <a:spcPts val="600"/>
                </a:spcAft>
              </a:pPr>
              <a:t>6</a:t>
            </a:fld>
            <a:endParaRPr lang="th-T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09E9FACF-D6CA-F740-5681-0C88D0802264}"/>
              </a:ext>
            </a:extLst>
          </p:cNvPr>
          <p:cNvSpPr txBox="1"/>
          <p:nvPr/>
        </p:nvSpPr>
        <p:spPr>
          <a:xfrm>
            <a:off x="146649" y="742720"/>
            <a:ext cx="3909917" cy="338554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none" rtlCol="0" anchor="t">
            <a:sp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/>
              <a:t>77 SKU GP &lt; 25% , Contribution to sale  28%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5F00DE-5B63-512A-5EF0-24E64D5ED1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52"/>
          <a:stretch>
            <a:fillRect/>
          </a:stretch>
        </p:blipFill>
        <p:spPr>
          <a:xfrm>
            <a:off x="293298" y="1116250"/>
            <a:ext cx="11605404" cy="5672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9DF05D-9B55-406B-B80D-463D5B638CBE}"/>
              </a:ext>
            </a:extLst>
          </p:cNvPr>
          <p:cNvSpPr txBox="1"/>
          <p:nvPr/>
        </p:nvSpPr>
        <p:spPr>
          <a:xfrm>
            <a:off x="1061048" y="91298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/>
              <a:t>Set 1 – All category / All Channel , Total 1,008 MB, 177 SKU</a:t>
            </a:r>
          </a:p>
        </p:txBody>
      </p:sp>
    </p:spTree>
    <p:extLst>
      <p:ext uri="{BB962C8B-B14F-4D97-AF65-F5344CB8AC3E}">
        <p14:creationId xmlns:p14="http://schemas.microsoft.com/office/powerpoint/2010/main" val="296185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9879A-5472-C3EA-712C-25CCA39B8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8D5F8F-E29E-711D-DF2D-E774B3EA6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9408-CF7A-40B7-9FCF-DCD98A6F6D33}" type="slidenum">
              <a:rPr lang="th-TH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th-T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5C5270-8D6C-6BB6-17FF-37D3A93A3DA6}"/>
              </a:ext>
            </a:extLst>
          </p:cNvPr>
          <p:cNvSpPr txBox="1"/>
          <p:nvPr/>
        </p:nvSpPr>
        <p:spPr>
          <a:xfrm>
            <a:off x="2363872" y="2242868"/>
            <a:ext cx="6937477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</a:rPr>
              <a:t>Set 2 – Only Juice 100 / All Channel</a:t>
            </a:r>
          </a:p>
          <a:p>
            <a:pPr algn="ctr"/>
            <a:r>
              <a:rPr lang="en-US" sz="3600" dirty="0">
                <a:solidFill>
                  <a:srgbClr val="FF0000"/>
                </a:solidFill>
              </a:rPr>
              <a:t>(FJ, VJ, SQ, SPK, SFE, OEM Juice 100)</a:t>
            </a:r>
          </a:p>
          <a:p>
            <a:pPr algn="ctr"/>
            <a:endParaRPr lang="en-US" sz="3600" dirty="0">
              <a:solidFill>
                <a:srgbClr val="FF0000"/>
              </a:solidFill>
            </a:endParaRPr>
          </a:p>
          <a:p>
            <a:pPr algn="ctr"/>
            <a:r>
              <a:rPr lang="en-US" sz="3600" dirty="0">
                <a:solidFill>
                  <a:srgbClr val="FF0000"/>
                </a:solidFill>
              </a:rPr>
              <a:t>Total 462 MB</a:t>
            </a:r>
          </a:p>
          <a:p>
            <a:pPr algn="ctr"/>
            <a:endParaRPr lang="en-US" sz="3600" dirty="0">
              <a:solidFill>
                <a:srgbClr val="FF0000"/>
              </a:solidFill>
            </a:endParaRPr>
          </a:p>
          <a:p>
            <a:pPr algn="ctr"/>
            <a:r>
              <a:rPr lang="en-US" sz="3600" dirty="0">
                <a:solidFill>
                  <a:srgbClr val="FF0000"/>
                </a:solidFill>
              </a:rPr>
              <a:t>90 SKU</a:t>
            </a:r>
          </a:p>
        </p:txBody>
      </p:sp>
    </p:spTree>
    <p:extLst>
      <p:ext uri="{BB962C8B-B14F-4D97-AF65-F5344CB8AC3E}">
        <p14:creationId xmlns:p14="http://schemas.microsoft.com/office/powerpoint/2010/main" val="3789185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96EC4-7EEB-BC51-C08A-4F72CBE59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A471C8-721B-7323-9EFF-EDC1AF6DE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9408-CF7A-40B7-9FCF-DCD98A6F6D33}" type="slidenum">
              <a:rPr lang="th-TH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th-T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155E6CF-E37B-D747-8C75-79AD56ECD445}"/>
              </a:ext>
            </a:extLst>
          </p:cNvPr>
          <p:cNvSpPr/>
          <p:nvPr/>
        </p:nvSpPr>
        <p:spPr>
          <a:xfrm>
            <a:off x="4477109" y="1457864"/>
            <a:ext cx="6970144" cy="282946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5407F6-6D9E-644F-16DD-56CDE00828DF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74458" y="964112"/>
            <a:ext cx="11974076" cy="53922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BD539E-4652-5046-845B-0D6173CD9A26}"/>
              </a:ext>
            </a:extLst>
          </p:cNvPr>
          <p:cNvSpPr txBox="1"/>
          <p:nvPr/>
        </p:nvSpPr>
        <p:spPr>
          <a:xfrm>
            <a:off x="1061048" y="91298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bg1">
                    <a:lumMod val="65000"/>
                  </a:schemeClr>
                </a:solidFill>
              </a:rPr>
              <a:t>Set 1 – All category / All Channel , Total 1,008 MB, 177 SKU</a:t>
            </a:r>
          </a:p>
        </p:txBody>
      </p:sp>
    </p:spTree>
    <p:extLst>
      <p:ext uri="{BB962C8B-B14F-4D97-AF65-F5344CB8AC3E}">
        <p14:creationId xmlns:p14="http://schemas.microsoft.com/office/powerpoint/2010/main" val="908472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D0819F-4954-2D0D-92E4-8AE826861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9408-CF7A-40B7-9FCF-DCD98A6F6D33}" type="slidenum">
              <a:rPr lang="th-TH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th-TH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2A6939-6455-AB1A-22D6-EAA92F04E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75" y="974784"/>
            <a:ext cx="11985978" cy="52952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9F37B1-5330-4921-F7AC-0458602CD79C}"/>
              </a:ext>
            </a:extLst>
          </p:cNvPr>
          <p:cNvSpPr txBox="1"/>
          <p:nvPr/>
        </p:nvSpPr>
        <p:spPr>
          <a:xfrm>
            <a:off x="1015762" y="106439"/>
            <a:ext cx="62412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Set 2 – Only Juice 100 / All Channel , Total 462 MB, 90 SKU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1B2E26B-395C-4F15-9541-D604BDE26262}"/>
              </a:ext>
            </a:extLst>
          </p:cNvPr>
          <p:cNvSpPr/>
          <p:nvPr/>
        </p:nvSpPr>
        <p:spPr>
          <a:xfrm>
            <a:off x="4477109" y="1457864"/>
            <a:ext cx="6970144" cy="282946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691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6121B1-ADF2-A276-8461-485589E47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9408-CF7A-40B7-9FCF-DCD98A6F6D33}" type="slidenum">
              <a:rPr lang="th-TH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th-TH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7F4332-BF92-2EF1-8AE4-CCA30182E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4647"/>
            <a:ext cx="12192000" cy="52259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3ABEF7A-51C1-1AAF-37AD-FA89A7B6395B}"/>
              </a:ext>
            </a:extLst>
          </p:cNvPr>
          <p:cNvSpPr txBox="1"/>
          <p:nvPr/>
        </p:nvSpPr>
        <p:spPr>
          <a:xfrm>
            <a:off x="1015762" y="106439"/>
            <a:ext cx="62412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Set 2 – Only Juice 100 / All Channel , Total 462 MB, 90 SKU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1ED869E5-225B-8A5A-9308-D0ECC010F1A8}"/>
              </a:ext>
            </a:extLst>
          </p:cNvPr>
          <p:cNvSpPr txBox="1"/>
          <p:nvPr/>
        </p:nvSpPr>
        <p:spPr>
          <a:xfrm>
            <a:off x="1015762" y="1887035"/>
            <a:ext cx="3604401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square" rtlCol="0" anchor="t">
            <a:sp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/>
              <a:t>30 SKU hit 80% sale, 370 MB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DCC22EA-1354-8561-2F34-A06759F52BDC}"/>
              </a:ext>
            </a:extLst>
          </p:cNvPr>
          <p:cNvCxnSpPr/>
          <p:nvPr/>
        </p:nvCxnSpPr>
        <p:spPr>
          <a:xfrm flipV="1">
            <a:off x="4779034" y="2182483"/>
            <a:ext cx="0" cy="1768415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58691B9-3F09-BC4C-CC57-E204413E54F9}"/>
              </a:ext>
            </a:extLst>
          </p:cNvPr>
          <p:cNvCxnSpPr>
            <a:cxnSpLocks/>
          </p:cNvCxnSpPr>
          <p:nvPr/>
        </p:nvCxnSpPr>
        <p:spPr>
          <a:xfrm flipH="1">
            <a:off x="4751717" y="2181030"/>
            <a:ext cx="6902570" cy="44559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9">
            <a:extLst>
              <a:ext uri="{FF2B5EF4-FFF2-40B4-BE49-F238E27FC236}">
                <a16:creationId xmlns:a16="http://schemas.microsoft.com/office/drawing/2014/main" id="{A6886680-EE7F-2BC9-FDFE-5506AC1C2701}"/>
              </a:ext>
            </a:extLst>
          </p:cNvPr>
          <p:cNvSpPr txBox="1"/>
          <p:nvPr/>
        </p:nvSpPr>
        <p:spPr>
          <a:xfrm>
            <a:off x="5006199" y="2617289"/>
            <a:ext cx="6484183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square" rtlCol="0" anchor="t">
            <a:sp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/>
              <a:t>60 SKU 20% sale, 92 MB</a:t>
            </a:r>
          </a:p>
        </p:txBody>
      </p:sp>
    </p:spTree>
    <p:extLst>
      <p:ext uri="{BB962C8B-B14F-4D97-AF65-F5344CB8AC3E}">
        <p14:creationId xmlns:p14="http://schemas.microsoft.com/office/powerpoint/2010/main" val="2910542169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5af05d3c-4b0d-4124-b58f-c62cf92de4fa}" enabled="1" method="Standard" siteId="{85b31561-f344-479e-929e-57d1582e97b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788</TotalTime>
  <Words>273</Words>
  <Application>Microsoft Office PowerPoint</Application>
  <PresentationFormat>Widescreen</PresentationFormat>
  <Paragraphs>48</Paragraphs>
  <Slides>10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 Narrow</vt:lpstr>
      <vt:lpstr>Arial</vt:lpstr>
      <vt:lpstr>Calibri</vt:lpstr>
      <vt:lpstr>2_Office Theme</vt:lpstr>
      <vt:lpstr>Photo Editor Photo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Jakapob Chimamphan</dc:creator>
  <cp:lastModifiedBy>Jakapob Chimamphan</cp:lastModifiedBy>
  <cp:revision>29</cp:revision>
  <dcterms:created xsi:type="dcterms:W3CDTF">2018-03-23T07:50:33Z</dcterms:created>
  <dcterms:modified xsi:type="dcterms:W3CDTF">2026-05-28T03:22:14Z</dcterms:modified>
</cp:coreProperties>
</file>